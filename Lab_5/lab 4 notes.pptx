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3" r:id="rId3"/>
    <p:sldId id="257" r:id="rId4"/>
    <p:sldId id="264" r:id="rId5"/>
    <p:sldId id="262" r:id="rId6"/>
    <p:sldId id="265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48" d="100"/>
          <a:sy n="48" d="100"/>
        </p:scale>
        <p:origin x="53" y="97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4B50B1-C249-1208-5CC4-040A475852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A0546EF-2E4F-18B4-75D5-B8542457C1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C2D82D-287C-095A-254B-70B3B7484F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3E0D4-27A5-48D9-AC30-7A10AC4853C0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FCAE7A-428C-1E4E-3010-AE004D141C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9A7569-9860-A4C7-74FF-858B6C5200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44EBB4-76DB-4B42-B225-8F95BBBEA0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56998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BC938D-6D3F-BF3C-D569-CCAD14F806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56F2F7-8C02-ABC6-E1E8-FB6B58A4D7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DDEA93-AC2B-2D5F-E4C4-3B64CC8D80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3E0D4-27A5-48D9-AC30-7A10AC4853C0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E3D28C-6117-F089-7983-A976EDC648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ADD3CE-739A-2D1B-8255-DE8DC6DC52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44EBB4-76DB-4B42-B225-8F95BBBEA0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11401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32237A-9174-EEA3-2ED0-FBC7EEEDDD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FACC38-5D11-9E5B-5FAF-A35407CDFD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BCF2A0-4B8F-30FD-E4DB-1110761CBF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3E0D4-27A5-48D9-AC30-7A10AC4853C0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5572C1-BD3B-7AA5-23B2-478CA74DF9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9B5818-4BA7-F95B-3495-CE9C7BEB68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44EBB4-76DB-4B42-B225-8F95BBBEA0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00350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762881-DD07-C7D6-52B7-5E60D9ACBF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B3C436-9D20-EC92-3CD9-1A48857506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0D571B-5839-63FC-C5D9-CA2CBD28D3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AC8BDC-61E1-72B2-7734-24CE282FD6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3E0D4-27A5-48D9-AC30-7A10AC4853C0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FB3021-BA4E-7385-4238-BC689B210E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D25CC4-EE57-6FE6-F6D2-37774BAD63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44EBB4-76DB-4B42-B225-8F95BBBEA0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45158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1C5CB4-4D58-9A7C-99B9-8F764FA5A1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CA4C28-E6DF-6A8C-BB6D-9F03FF6C61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E4B4E0-70C3-7998-0C6B-FA144DE641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879FEBB-C268-4F05-FBF2-D162F62B90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595B962-0DAA-1C90-D213-1C1AF001EF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3C671C6-15F1-F981-D899-C32C3590E2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3E0D4-27A5-48D9-AC30-7A10AC4853C0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A0CA01A-2570-33D9-1178-02B6C03D12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52B4BDA-16B7-8B3D-C04A-70DE8D2CAC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44EBB4-76DB-4B42-B225-8F95BBBEA0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41723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B84911-2A54-6082-4649-1DF8CB107C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F341940-E079-1806-8C47-331174EB65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3E0D4-27A5-48D9-AC30-7A10AC4853C0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2DD3A8D-080E-4C25-5399-F1B600E168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551B1E-E78D-7AD3-BB28-BCA786BF26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44EBB4-76DB-4B42-B225-8F95BBBEA0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28219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4DAD338-D2A8-2721-8154-5CC236F679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3E0D4-27A5-48D9-AC30-7A10AC4853C0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135787-7453-1838-6842-5EF4F67102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11E748-4A72-836D-7FDE-E38DA74A1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44EBB4-76DB-4B42-B225-8F95BBBEA0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52349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141F81-0B11-6324-716B-49BD7902CF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617A04-1AE4-99DE-13F2-798A1CC9FC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AB1242-A164-23DB-C494-0CDFB509E1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473010-6FEF-ED6B-CFC3-4874B76E52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3E0D4-27A5-48D9-AC30-7A10AC4853C0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D6CCAB-7D52-40AC-EE09-7BACF69EB8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E08C28-5714-E509-BC48-90058B29E2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44EBB4-76DB-4B42-B225-8F95BBBEA0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3580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599188-8B6E-2423-9EAC-06C6353955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3E58AF2-A40B-6DC6-3DD5-531036A9493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458050-BA79-F5F7-726F-983B49F9C6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E49B1B-C04F-36DF-2237-41B284BF90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3E0D4-27A5-48D9-AC30-7A10AC4853C0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885CDE-6AA6-CA46-761F-C2DD2F37B6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4568BF-2C8F-C136-257C-10CEE9846F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44EBB4-76DB-4B42-B225-8F95BBBEA0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8554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E17BA6-53BA-4079-75F4-45CA4C0A0A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ECD1C9-C857-CDB6-D6A0-BA86F12161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73A44D-1237-CF12-0D9F-76EA472F1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3E0D4-27A5-48D9-AC30-7A10AC4853C0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13B2CD-CB2D-2FC9-AFAB-BF9211B147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FC3309-E5EE-D6CD-B649-6E7F61A3C3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44EBB4-76DB-4B42-B225-8F95BBBEA0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6455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BD70017-9F9E-6DBE-E222-95408D4F559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CD1808-BB7A-E892-4BEC-CDF9CED04C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945041-2DA9-82A9-6F83-BD16286C08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3E0D4-27A5-48D9-AC30-7A10AC4853C0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7D019D-FB98-4CFF-4711-53694FF905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530A6E-2998-29F4-465C-846FF8BA86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44EBB4-76DB-4B42-B225-8F95BBBEA0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55617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FDA7BB-27C8-8E19-5363-F22BF38E60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FC4FD3-4FC6-7BD0-227E-5885579F2F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51A778-2B89-0913-13FB-75AF31871E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243E0D4-27A5-48D9-AC30-7A10AC4853C0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91DE44-6E14-0A8A-2C8E-E6737621F8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5C7ED3-E489-13A3-58A5-58E72A2424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644EBB4-76DB-4B42-B225-8F95BBBEA0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7054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217EF86-84E2-E148-46E4-6E5C8F987F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16613" y="1773238"/>
            <a:ext cx="9144000" cy="1655762"/>
          </a:xfrm>
        </p:spPr>
        <p:txBody>
          <a:bodyPr/>
          <a:lstStyle/>
          <a:p>
            <a:r>
              <a:rPr lang="en-US" dirty="0"/>
              <a:t>7 Segment Display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B935E62-38F4-5541-F9A4-2D005B6748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4754" y="545225"/>
            <a:ext cx="3754251" cy="542147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7F1CEE1-C48F-3814-1C91-15C7507673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8830" y="545225"/>
            <a:ext cx="1150175" cy="808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91045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6D7A73-4757-7803-0901-585050E13A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-1312421"/>
            <a:ext cx="10515600" cy="2852737"/>
          </a:xfrm>
        </p:spPr>
        <p:txBody>
          <a:bodyPr/>
          <a:lstStyle/>
          <a:p>
            <a:r>
              <a:rPr lang="en-US" dirty="0"/>
              <a:t>Bin2Hex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4FD2E34-B278-36A6-310C-6E7E087397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7066" y="1926590"/>
            <a:ext cx="8594049" cy="4549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26322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6745BEE-624C-4733-A069-C1BCF1D4EF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3369" y="3300166"/>
            <a:ext cx="1761745" cy="2717268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F8EE4AC3-FD7A-CC4A-0BF4-E3DAFFAB10CE}"/>
              </a:ext>
            </a:extLst>
          </p:cNvPr>
          <p:cNvSpPr txBox="1">
            <a:spLocks/>
          </p:cNvSpPr>
          <p:nvPr/>
        </p:nvSpPr>
        <p:spPr>
          <a:xfrm>
            <a:off x="4408251" y="306759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Bin2Hex 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dirty="0"/>
              <a:t>Seg7_Decoder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B26FDD3-C3F4-810A-B810-384DECE162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159" y="3991819"/>
            <a:ext cx="5768840" cy="230143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1774727-52BD-2E52-9941-EA7F7C0CCA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159" y="217996"/>
            <a:ext cx="2865368" cy="3406435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091BE733-6A15-4FA7-7C8B-515E408896DA}"/>
              </a:ext>
            </a:extLst>
          </p:cNvPr>
          <p:cNvSpPr txBox="1"/>
          <p:nvPr/>
        </p:nvSpPr>
        <p:spPr>
          <a:xfrm>
            <a:off x="4474723" y="2091447"/>
            <a:ext cx="501194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HEX0 leads to the 7-segment display</a:t>
            </a:r>
          </a:p>
          <a:p>
            <a:r>
              <a:rPr lang="en-US" dirty="0"/>
              <a:t>Labeled below which bit controls which segment</a:t>
            </a:r>
          </a:p>
        </p:txBody>
      </p:sp>
    </p:spTree>
    <p:extLst>
      <p:ext uri="{BB962C8B-B14F-4D97-AF65-F5344CB8AC3E}">
        <p14:creationId xmlns:p14="http://schemas.microsoft.com/office/powerpoint/2010/main" val="42203151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A0348-FC35-AE01-7AAC-9EDEAA0265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517EC8-C60B-EFA2-6B3E-86D0B4B2A3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Bin2Hex 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dirty="0" err="1"/>
              <a:t>myComparator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936C801-8490-4CCF-6FD5-A29D79DF75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0857" y="1994058"/>
            <a:ext cx="1493649" cy="324640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48EE889-9B77-AC3A-A858-898A8EF99F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6005" y="1994058"/>
            <a:ext cx="3398815" cy="169940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6E705E0-680A-1834-F223-3766A19CA7FF}"/>
              </a:ext>
            </a:extLst>
          </p:cNvPr>
          <p:cNvSpPr txBox="1"/>
          <p:nvPr/>
        </p:nvSpPr>
        <p:spPr>
          <a:xfrm>
            <a:off x="4758613" y="4935894"/>
            <a:ext cx="65127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mycomparator</a:t>
            </a:r>
            <a:r>
              <a:rPr lang="en-US" dirty="0"/>
              <a:t> takes a BCD value. If value corresponds with a decimal number &gt;9 then z=1. otherwise z=0</a:t>
            </a:r>
          </a:p>
        </p:txBody>
      </p:sp>
    </p:spTree>
    <p:extLst>
      <p:ext uri="{BB962C8B-B14F-4D97-AF65-F5344CB8AC3E}">
        <p14:creationId xmlns:p14="http://schemas.microsoft.com/office/powerpoint/2010/main" val="28311958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94734-9748-593D-E959-55A177F91C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Bin2Hex 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dirty="0" err="1"/>
              <a:t>CircuitB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C5EC2E2-DD37-A8FC-F204-92B6BE8D0A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90688"/>
            <a:ext cx="3303365" cy="130062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728B8EA-EFE0-4722-34AA-337745BDD1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4885" y="1690688"/>
            <a:ext cx="5945103" cy="263512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C151983-66D1-79EF-88C2-484B56D9BE84}"/>
              </a:ext>
            </a:extLst>
          </p:cNvPr>
          <p:cNvSpPr txBox="1"/>
          <p:nvPr/>
        </p:nvSpPr>
        <p:spPr>
          <a:xfrm>
            <a:off x="731520" y="4407696"/>
            <a:ext cx="378449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HEX1 is connected to the 10’s place  7-segment display. Picture shows which bit controls each segment</a:t>
            </a:r>
          </a:p>
          <a:p>
            <a:endParaRPr lang="en-US" dirty="0"/>
          </a:p>
          <a:p>
            <a:r>
              <a:rPr lang="en-US" dirty="0" err="1"/>
              <a:t>CircuitB</a:t>
            </a:r>
            <a:r>
              <a:rPr lang="en-US" dirty="0"/>
              <a:t> takes the value of z, and sets the bits controlling the 7 segment display to 0’s &amp; 1’s accordingly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17564CB-35BF-9FEA-ECB9-15387E1B5D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22048" y="3402490"/>
            <a:ext cx="1197278" cy="1846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44719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FB7C3E-1DEE-3BE1-3B49-7B9CA06100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477E3F-9A99-13DD-A7EA-FD3BFF5037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Check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319C7D3-0C1C-AF37-FA68-AD16CC3964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971" y="2041208"/>
            <a:ext cx="2896695" cy="203551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88F9448-BC2D-214E-9492-1C5828E192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0872" y="1308000"/>
            <a:ext cx="4182034" cy="3823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49143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91</Words>
  <Application>Microsoft Office PowerPoint</Application>
  <PresentationFormat>Widescreen</PresentationFormat>
  <Paragraphs>12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Arial</vt:lpstr>
      <vt:lpstr>Wingdings</vt:lpstr>
      <vt:lpstr>Office Theme</vt:lpstr>
      <vt:lpstr>PowerPoint Presentation</vt:lpstr>
      <vt:lpstr>Bin2Hex</vt:lpstr>
      <vt:lpstr>PowerPoint Presentation</vt:lpstr>
      <vt:lpstr>Bin2Hex  myComparator</vt:lpstr>
      <vt:lpstr>Bin2Hex  CircuitB</vt:lpstr>
      <vt:lpstr>Check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Julia Grundy</dc:creator>
  <cp:lastModifiedBy>Julia Grundy</cp:lastModifiedBy>
  <cp:revision>1</cp:revision>
  <dcterms:created xsi:type="dcterms:W3CDTF">2026-09-29T18:50:58Z</dcterms:created>
  <dcterms:modified xsi:type="dcterms:W3CDTF">2026-10-06T18:35:23Z</dcterms:modified>
</cp:coreProperties>
</file>